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23851"/>
            <a:ext cx="4722763" cy="974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Cyber Threat Intelligence Data Platform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496119" y="271097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&amp; Streaming Data Pipeline for Vulnerability Management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097262"/>
            <a:ext cx="4722763" cy="52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Ahmed Waheed, Aya Gamel, Mahmmoud Abdelbary, Mostafa Ahmed, Youssef Mostafa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13 - 6 - 2026 · ITI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412998"/>
            <a:ext cx="1040383" cy="177850"/>
          </a:xfrm>
          <a:prstGeom prst="roundRect">
            <a:avLst>
              <a:gd name="adj" fmla="val 19669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1042615" y="444178"/>
            <a:ext cx="137271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621357"/>
            <a:ext cx="5468689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Manual CVE Tracking Is a Critical Gap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1179761"/>
            <a:ext cx="3464793" cy="34647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3638" y="2545333"/>
            <a:ext cx="3464793" cy="775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teams manually track thousands of CVEs across distributed assets — no centralized source of truth</a:t>
            </a:r>
            <a:endParaRPr lang="en-US" sz="8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prioritization is reactive, not predictive — patches arrive after exploits surface</a:t>
            </a:r>
            <a:endParaRPr lang="en-US" sz="8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unified data lake, real-time alerting, or executive reporting layer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5875" y="389930"/>
            <a:ext cx="1117253" cy="159023"/>
          </a:xfrm>
          <a:prstGeom prst="roundRect">
            <a:avLst>
              <a:gd name="adj" fmla="val 20125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1343025" y="418505"/>
            <a:ext cx="1460153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OVERVIEW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285875" y="574551"/>
            <a:ext cx="5976789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Hybrid Pipeline: Batch + Real-Time Streaming</a:t>
            </a:r>
            <a:endParaRPr lang="en-US" sz="2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997967"/>
            <a:ext cx="6572250" cy="37555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440457"/>
            <a:ext cx="1039490" cy="187672"/>
          </a:xfrm>
          <a:prstGeom prst="roundRect">
            <a:avLst>
              <a:gd name="adj" fmla="val 19433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472976"/>
            <a:ext cx="1366465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661318"/>
            <a:ext cx="5309815" cy="37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Tools Chosen for Scale &amp; Reliability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336" y="1158999"/>
            <a:ext cx="217066" cy="2170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336" y="1479872"/>
            <a:ext cx="1492374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AWS S3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27336" y="1716286"/>
            <a:ext cx="369272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raw data lake — Bronze layer storage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867" y="1158999"/>
            <a:ext cx="217066" cy="2170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23867" y="1479872"/>
            <a:ext cx="1492374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AWS Glue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623867" y="1716286"/>
            <a:ext cx="369272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Serverless PySpark ETL — Silver &amp; Gold transforms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336" y="2035746"/>
            <a:ext cx="217066" cy="2170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7336" y="2356619"/>
            <a:ext cx="1492374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Apache Airflow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827336" y="2593032"/>
            <a:ext cx="369272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DAG orchestration — batch scheduling &amp; dependency management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3867" y="2035746"/>
            <a:ext cx="217066" cy="21706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23867" y="2356619"/>
            <a:ext cx="1492374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4623867" y="2593032"/>
            <a:ext cx="369272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layer serving DB — BI queries &amp; alert engine</a:t>
            </a:r>
            <a:endParaRPr lang="en-US" sz="8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7336" y="2912492"/>
            <a:ext cx="217066" cy="21706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7336" y="3233365"/>
            <a:ext cx="1492374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Apache Kafka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827336" y="3469779"/>
            <a:ext cx="369272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asset event streaming — sub-second ingestion</a:t>
            </a:r>
            <a:endParaRPr lang="en-US" sz="8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23867" y="2912492"/>
            <a:ext cx="217066" cy="21706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23867" y="3233365"/>
            <a:ext cx="1492374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4623867" y="3469779"/>
            <a:ext cx="369272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logic, risk scoring, Telegram API integration</a:t>
            </a:r>
            <a:endParaRPr lang="en-US" sz="8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7336" y="3789238"/>
            <a:ext cx="217066" cy="21706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27336" y="4110112"/>
            <a:ext cx="1492374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</a:t>
            </a:r>
            <a:endParaRPr lang="en-US" sz="1150" dirty="0"/>
          </a:p>
        </p:txBody>
      </p:sp>
      <p:sp>
        <p:nvSpPr>
          <p:cNvPr id="25" name="Text 16"/>
          <p:cNvSpPr/>
          <p:nvPr/>
        </p:nvSpPr>
        <p:spPr>
          <a:xfrm>
            <a:off x="827336" y="4346525"/>
            <a:ext cx="369272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reporting — Gold layer analytics &amp; slicing</a:t>
            </a:r>
            <a:endParaRPr lang="en-US" sz="8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23867" y="3789238"/>
            <a:ext cx="217066" cy="21706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623867" y="4110112"/>
            <a:ext cx="2026593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Telegram API &amp; Email Digests</a:t>
            </a:r>
            <a:endParaRPr lang="en-US" sz="1150" dirty="0"/>
          </a:p>
        </p:txBody>
      </p:sp>
      <p:sp>
        <p:nvSpPr>
          <p:cNvPr id="28" name="Text 18"/>
          <p:cNvSpPr/>
          <p:nvPr/>
        </p:nvSpPr>
        <p:spPr>
          <a:xfrm>
            <a:off x="4623867" y="4346525"/>
            <a:ext cx="3692723" cy="356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350"/>
              </a:spcAft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CVE push alerts — risk threshold triggered</a:t>
            </a:r>
            <a:endParaRPr lang="en-US" sz="8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Hourly batch for non-critical findings and micro-batch alerts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402580"/>
            <a:ext cx="1476673" cy="177850"/>
          </a:xfrm>
          <a:prstGeom prst="roundRect">
            <a:avLst>
              <a:gd name="adj" fmla="val 19669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1042615" y="433760"/>
            <a:ext cx="180900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PIPELINE · BRONZE LAYER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610939"/>
            <a:ext cx="4441850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Raw Ingestion via Airflow DAG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5804" y="1083394"/>
            <a:ext cx="4852318" cy="3282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8673" y="2337960"/>
            <a:ext cx="883567" cy="666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Bronze Layer Raw Ingestion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39197" y="3414919"/>
            <a:ext cx="1314463" cy="22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CISA KEV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39197" y="3694626"/>
            <a:ext cx="1314463" cy="280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or daily incremental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358723" y="3414919"/>
            <a:ext cx="1314463" cy="22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EPSS Scores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358723" y="3694626"/>
            <a:ext cx="1314463" cy="280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or daily incremental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358723" y="1468199"/>
            <a:ext cx="1314463" cy="22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Asset Inventory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358723" y="1747906"/>
            <a:ext cx="1314463" cy="280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or daily incremental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47615" y="1468199"/>
            <a:ext cx="1314463" cy="22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NVD API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447615" y="1747906"/>
            <a:ext cx="1314463" cy="280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or daily incremental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80182" y="4452045"/>
            <a:ext cx="718356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Airflow DAG orchestrates parallel pulls from NVD, CISA KEV, EPSS, and internal asset inventory — landing raw JSON in S3. S3-aware branching detects initial vs. incremental loads to avoid reprocessing.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412998"/>
            <a:ext cx="1469529" cy="177850"/>
          </a:xfrm>
          <a:prstGeom prst="roundRect">
            <a:avLst>
              <a:gd name="adj" fmla="val 19669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1042615" y="444178"/>
            <a:ext cx="1801862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PIPELINE · SILVER &amp; GOLD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621357"/>
            <a:ext cx="5579492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Glue PySpark: Cleanse → Model → Serve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1179761"/>
            <a:ext cx="3464793" cy="34647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3638" y="2473151"/>
            <a:ext cx="3464793" cy="92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Silver: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Deduplication, schema enforcement, CVE normalization, date parsing</a:t>
            </a:r>
            <a:endParaRPr lang="en-US" sz="8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Gold: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Galaxy Schema — 3 dimensions + 2 fact tables optimized for BI</a:t>
            </a:r>
            <a:endParaRPr lang="en-US" sz="8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Partitioned by date for query performance; written to Postgres for serving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412998"/>
            <a:ext cx="655737" cy="177850"/>
          </a:xfrm>
          <a:prstGeom prst="roundRect">
            <a:avLst>
              <a:gd name="adj" fmla="val 19669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1042615" y="444178"/>
            <a:ext cx="98807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MODEL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621357"/>
            <a:ext cx="5953646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Galaxy Schema — Optimized for BI Slicing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1179761"/>
            <a:ext cx="3464793" cy="34647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3638" y="2518618"/>
            <a:ext cx="3464793" cy="829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dim_date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Time intelligence for trend analysis</a:t>
            </a:r>
            <a:endParaRPr lang="en-US" sz="8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dim_asset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Hostname, criticality, internet-facing flag</a:t>
            </a:r>
            <a:endParaRPr lang="en-US" sz="8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dim_cve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CVSS, description, published date</a:t>
            </a:r>
            <a:endParaRPr lang="en-US" sz="8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fact_asset_vulnerability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Asset-to-CVE bridge with risk score</a:t>
            </a:r>
            <a:endParaRPr lang="en-US" sz="8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fact_epss_trend</a:t>
            </a:r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EPSS probability over time per CVE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6119"/>
            <a:ext cx="876300" cy="266402"/>
          </a:xfrm>
          <a:prstGeom prst="roundRect">
            <a:avLst>
              <a:gd name="adj" fmla="val 17880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38609"/>
            <a:ext cx="116338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ENGINE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19224"/>
            <a:ext cx="5723409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Composite Risk Score: 0–100</a:t>
            </a:r>
            <a:endParaRPr lang="en-US" sz="3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78558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46634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heuristic combines exploit likelihood, severity, and asset exposure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≥ 85 or CISA KEV match →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patch + Telegram alert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65–84 →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40–64 →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below 40 →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410989"/>
            <a:ext cx="1041722" cy="187672"/>
          </a:xfrm>
          <a:prstGeom prst="roundRect">
            <a:avLst>
              <a:gd name="adj" fmla="val 19433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443508"/>
            <a:ext cx="1368698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PIPELINE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631850"/>
            <a:ext cx="5082108" cy="37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Kafka → Python Consumer → Alert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217" y="1129531"/>
            <a:ext cx="7427491" cy="3202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7985" y="3714534"/>
            <a:ext cx="185356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Alert Branch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57985" y="2973107"/>
            <a:ext cx="185356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 Consumer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57985" y="2239170"/>
            <a:ext cx="185356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Kafka Topic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57985" y="1497743"/>
            <a:ext cx="1853566" cy="231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7336" y="4425925"/>
            <a:ext cx="748925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Simulated asset events flow through Kafka; the Python consumer normalizes payloads, computes risk scores in real time, and persists to Postgres. Critical findings trigger immediate Telegram alerts; non-critical findings are batched into hourly email digests.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424458"/>
            <a:ext cx="1313334" cy="187672"/>
          </a:xfrm>
          <a:prstGeom prst="roundRect">
            <a:avLst>
              <a:gd name="adj" fmla="val 19433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456977"/>
            <a:ext cx="1640309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 &amp; ALERTING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645319"/>
            <a:ext cx="6329139" cy="37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Executive Dashboards + Push Notifications</a:t>
            </a:r>
            <a:endParaRPr lang="en-US" sz="2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446" y="1143000"/>
            <a:ext cx="6241033" cy="35760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1316757" cy="218033"/>
          </a:xfrm>
          <a:prstGeom prst="roundRect">
            <a:avLst>
              <a:gd name="adj" fmla="val 18775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569193" y="426393"/>
            <a:ext cx="1627808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MONITORING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49709"/>
            <a:ext cx="6316340" cy="418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SOC Dashboard: Live Threat Detection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330" y="1225451"/>
            <a:ext cx="7005265" cy="3230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574084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4124" y="2072953"/>
            <a:ext cx="435575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Questions?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267519" y="284373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discuss how to strengthen your vulnerability management and threat intelligence capabilities.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2026-06-20T14:33:30Z</dcterms:created>
  <dcterms:modified xsi:type="dcterms:W3CDTF">2026-06-20T14:33:30Z</dcterms:modified>
</cp:coreProperties>
</file>